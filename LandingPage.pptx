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5" r:id="rId4"/>
    <p:sldId id="257" r:id="rId5"/>
    <p:sldId id="263" r:id="rId6"/>
    <p:sldId id="261" r:id="rId7"/>
    <p:sldId id="264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IPA PC01" initials="AP" lastIdx="3" clrIdx="0">
    <p:extLst>
      <p:ext uri="{19B8F6BF-5375-455C-9EA6-DF929625EA0E}">
        <p15:presenceInfo xmlns:p15="http://schemas.microsoft.com/office/powerpoint/2012/main" userId="2127cdba790d8e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01T15:43:24.920" idx="3">
    <p:pos x="10" y="10"/>
    <p:text>deixar mais largo os containers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B312AE-5646-403F-8066-BB417A1C3187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52581-1F62-4BBD-B0A7-4EF303D8D7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01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C52581-1F62-4BBD-B0A7-4EF303D8D71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524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F6A5B-C727-AC1E-B9E2-D10DF30F6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F95689-0349-DB59-2B31-2A75DA24F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037758-0D5E-0E10-FF1D-9580580D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690FA2-2746-7FC6-D4A3-D577E8C67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73DD54-DF70-E962-D5B5-BFD4827A5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580132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B892AB-1856-95BE-A888-7B85B99C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EC3F89-D7A1-8DAF-13B2-52D433D7D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C8BFC9-72B5-FAC5-5A4E-C89C31F8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36BFB9-0243-D118-BDCF-F356A3B9A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91C359-59F6-4DAA-EDEA-E562330AF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503419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99755-17D6-3B05-4554-16951F3E8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CA6A69A-0A4B-E73A-01DC-4AF802D1A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3A4511-1EBF-74E6-8D3B-D07B6CB4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DFD6E-2A6E-80F8-5AA5-010BFD89E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95401C-217A-DBC0-B8C1-69E009CB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55948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049E63-0B71-37D6-956A-DBF9867A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BB49B5-1C58-3E13-1E62-21A184A1E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71AB33-4630-D36C-039F-CC9534731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92C15BE-87ED-7F9B-58E3-E06FBB91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27A61D-FA9B-B87C-998E-82785F31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3B96F5-031D-5CDE-5E99-14B96D64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554406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C7F35-555B-E463-C61A-4F6851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3498027-1528-C04A-EBB2-5B1CC4009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173499-4C2E-CFA5-3473-51699B21E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5B96DD-B6ED-CD03-BF2E-0A032A8D01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2A5515-BFE3-E4D3-A4F6-22EE5FB4E8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68BCBC2-EA03-053C-6014-C3C53F8A4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8D6026-937D-26D3-091B-52510AA65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C00243-5E53-F0D3-32A1-91026D2B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293763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32936-CE64-F57D-3F71-46645FED2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5BAAA55-BFD3-2052-471F-D68134F79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161ED28-05AC-C91A-F457-3E52F7DB9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62E943E-7516-F384-F100-D57D9B9D4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2588943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C50BE7-7963-C62E-9958-D55A622F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244751-2F80-05CD-B255-9443C556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982C77-AE58-5FAE-9CEB-DC2AB589A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885301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690F54-4165-87BF-0D2E-1FFA8B3E9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DBC12C-67B7-2833-D8F9-F227EECC8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8436DB-39EF-7768-CBCE-E49D36706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2DB31D-A955-0B3B-330B-4AD04771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9525128-75D5-7ABE-B408-26983F54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E3E568-0A2B-7E6F-EEF8-458DF495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888764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1BFFE-CBC0-0AA7-FFF8-539344B2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F24AE2-DFD6-1DCB-A3D2-8A256CEAA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E78CFE-EED9-198E-0B68-F3EACEB89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2EBFD3-9869-FC21-2D44-11A42C3EF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A07484-9E0F-B983-03C2-61111B8C0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8DE74F-7854-3352-B915-7BF1162A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29704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6EF3A-1BB0-9958-E911-A3BF0881C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F33DAC7-F0BC-B44B-9444-DC1BF82E3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3BD5D7-8F97-332A-C04F-3BD047A0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7A6E0F-30B3-8A17-02FF-B9A3F293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A55B09-5541-B9C7-3492-508DE833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498163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0A6FAD-AF30-74F0-2437-CCC1D7480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E9E092-5651-2B7E-223A-23A48BB4D3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F9CE0C-3FCD-B4DB-91B0-6DD54F36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170B2A-553B-51E4-94FE-99754C566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28EBE0-0E8E-2E28-A5C7-2B7FFFE95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277767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CB0E078-6A0F-2B75-0EB5-407EE53E0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4D22E4-6DA1-226E-18BE-F63D3038D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C38CEC-7EF8-04F9-AEBA-A5506A00C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588ECA-7B4A-45DF-BAAC-9F96F327A88B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CF560E-56A6-E21D-7C2A-03BDFAE57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5E09D2-98B3-1711-F3FC-066A9FB93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C9394-EC58-47CD-AD12-F63399D1B1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75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 41">
            <a:extLst>
              <a:ext uri="{FF2B5EF4-FFF2-40B4-BE49-F238E27FC236}">
                <a16:creationId xmlns:a16="http://schemas.microsoft.com/office/drawing/2014/main" id="{DDC7B7DC-8E7E-DA80-45AB-5DE9C7CF2825}"/>
              </a:ext>
            </a:extLst>
          </p:cNvPr>
          <p:cNvSpPr/>
          <p:nvPr/>
        </p:nvSpPr>
        <p:spPr>
          <a:xfrm>
            <a:off x="1308139" y="3380283"/>
            <a:ext cx="4635460" cy="429567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78B40B6-C791-6A01-3A8D-66A9D2EA1C8B}"/>
              </a:ext>
            </a:extLst>
          </p:cNvPr>
          <p:cNvSpPr txBox="1"/>
          <p:nvPr/>
        </p:nvSpPr>
        <p:spPr>
          <a:xfrm>
            <a:off x="2185228" y="24158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ABD0FB4-AABE-28A9-37D0-07D261C61C32}"/>
              </a:ext>
            </a:extLst>
          </p:cNvPr>
          <p:cNvSpPr txBox="1"/>
          <p:nvPr/>
        </p:nvSpPr>
        <p:spPr>
          <a:xfrm>
            <a:off x="4411124" y="24059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sobre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03E38BF-44CA-6B2E-BD37-8C7F43E2E5F6}"/>
              </a:ext>
            </a:extLst>
          </p:cNvPr>
          <p:cNvSpPr txBox="1"/>
          <p:nvPr/>
        </p:nvSpPr>
        <p:spPr>
          <a:xfrm>
            <a:off x="6613265" y="240590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comentários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D503026-3719-32C2-F8F8-5ED35CCBBAB0}"/>
              </a:ext>
            </a:extLst>
          </p:cNvPr>
          <p:cNvSpPr txBox="1"/>
          <p:nvPr/>
        </p:nvSpPr>
        <p:spPr>
          <a:xfrm>
            <a:off x="9223121" y="194423"/>
            <a:ext cx="6566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7030A0"/>
                </a:solidFill>
              </a:rPr>
              <a:t>INSCREVA-SE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6" name="Título 9">
            <a:extLst>
              <a:ext uri="{FF2B5EF4-FFF2-40B4-BE49-F238E27FC236}">
                <a16:creationId xmlns:a16="http://schemas.microsoft.com/office/drawing/2014/main" id="{2367E0E1-0BB4-4128-21AA-F411681F31F3}"/>
              </a:ext>
            </a:extLst>
          </p:cNvPr>
          <p:cNvSpPr txBox="1">
            <a:spLocks/>
          </p:cNvSpPr>
          <p:nvPr/>
        </p:nvSpPr>
        <p:spPr>
          <a:xfrm>
            <a:off x="1308139" y="1253980"/>
            <a:ext cx="4787860" cy="204470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44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SEU OBJETIVO É O MERCADO DE TRABALHO?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511BF3B-23DE-D5B3-A937-8E3CB121BF8D}"/>
              </a:ext>
            </a:extLst>
          </p:cNvPr>
          <p:cNvSpPr txBox="1"/>
          <p:nvPr/>
        </p:nvSpPr>
        <p:spPr>
          <a:xfrm>
            <a:off x="1336278" y="3418319"/>
            <a:ext cx="8207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Domine a Tecnologia que Transforma o Futuro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3049663-9582-F907-3EDF-1C2CE41AFC91}"/>
              </a:ext>
            </a:extLst>
          </p:cNvPr>
          <p:cNvSpPr txBox="1"/>
          <p:nvPr/>
        </p:nvSpPr>
        <p:spPr>
          <a:xfrm>
            <a:off x="1523999" y="3947026"/>
            <a:ext cx="4105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se inscreva no curso de capacitação da AIPA – Guarda Mirim Itapira e comece sua jornada no mundo do trabalho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2DEEB31E-4EA0-025D-74A6-FCB51E42512B}"/>
              </a:ext>
            </a:extLst>
          </p:cNvPr>
          <p:cNvGrpSpPr/>
          <p:nvPr/>
        </p:nvGrpSpPr>
        <p:grpSpPr>
          <a:xfrm>
            <a:off x="7004577" y="1146374"/>
            <a:ext cx="4437088" cy="4304623"/>
            <a:chOff x="7004577" y="1442754"/>
            <a:chExt cx="4437088" cy="4304623"/>
          </a:xfrm>
        </p:grpSpPr>
        <p:sp>
          <p:nvSpPr>
            <p:cNvPr id="33" name="Retângulo: Cantos Arredondados 32">
              <a:extLst>
                <a:ext uri="{FF2B5EF4-FFF2-40B4-BE49-F238E27FC236}">
                  <a16:creationId xmlns:a16="http://schemas.microsoft.com/office/drawing/2014/main" id="{62A0E284-6614-8784-D8C9-2F92A466D9AA}"/>
                </a:ext>
              </a:extLst>
            </p:cNvPr>
            <p:cNvSpPr/>
            <p:nvPr/>
          </p:nvSpPr>
          <p:spPr>
            <a:xfrm>
              <a:off x="7285840" y="2097643"/>
              <a:ext cx="3874562" cy="57594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b="1" dirty="0">
                  <a:solidFill>
                    <a:sysClr val="windowText" lastClr="000000"/>
                  </a:solidFill>
                </a:rPr>
                <a:t>NOME</a:t>
              </a:r>
            </a:p>
          </p:txBody>
        </p: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90CF5D8-2D6B-8AAB-EF47-FDA800911D59}"/>
                </a:ext>
              </a:extLst>
            </p:cNvPr>
            <p:cNvSpPr/>
            <p:nvPr/>
          </p:nvSpPr>
          <p:spPr>
            <a:xfrm>
              <a:off x="7285840" y="2923081"/>
              <a:ext cx="3874562" cy="55463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b="1" dirty="0">
                  <a:solidFill>
                    <a:schemeClr val="tx1"/>
                  </a:solidFill>
                </a:rPr>
                <a:t>EMAIL</a:t>
              </a: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AB4B4E14-7910-ED6A-0FCF-1870A0AE28DC}"/>
                </a:ext>
              </a:extLst>
            </p:cNvPr>
            <p:cNvSpPr/>
            <p:nvPr/>
          </p:nvSpPr>
          <p:spPr>
            <a:xfrm>
              <a:off x="7291184" y="3816734"/>
              <a:ext cx="3874562" cy="554636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b="1" dirty="0">
                  <a:solidFill>
                    <a:schemeClr val="tx1"/>
                  </a:solidFill>
                </a:rPr>
                <a:t>TELEFONE</a:t>
              </a: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id="{16012CAE-88E9-8F34-CDDD-7273F9B64255}"/>
                </a:ext>
              </a:extLst>
            </p:cNvPr>
            <p:cNvSpPr/>
            <p:nvPr/>
          </p:nvSpPr>
          <p:spPr>
            <a:xfrm>
              <a:off x="7285840" y="4870356"/>
              <a:ext cx="3874563" cy="692535"/>
            </a:xfrm>
            <a:prstGeom prst="round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BB89BC65-9CE5-4911-7ECC-15CA6103866C}"/>
                </a:ext>
              </a:extLst>
            </p:cNvPr>
            <p:cNvSpPr txBox="1"/>
            <p:nvPr/>
          </p:nvSpPr>
          <p:spPr>
            <a:xfrm>
              <a:off x="7944806" y="5038502"/>
              <a:ext cx="25673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b="1" dirty="0">
                  <a:solidFill>
                    <a:schemeClr val="bg1"/>
                  </a:solidFill>
                </a:rPr>
                <a:t>GARANTIR MINHA VAGA</a:t>
              </a:r>
              <a:endParaRPr lang="pt-BR" dirty="0"/>
            </a:p>
          </p:txBody>
        </p:sp>
        <p:sp>
          <p:nvSpPr>
            <p:cNvPr id="2" name="Retângulo: Cantos Arredondados 1">
              <a:extLst>
                <a:ext uri="{FF2B5EF4-FFF2-40B4-BE49-F238E27FC236}">
                  <a16:creationId xmlns:a16="http://schemas.microsoft.com/office/drawing/2014/main" id="{8E3055F1-4B66-ABE4-BE93-249B4F268564}"/>
                </a:ext>
              </a:extLst>
            </p:cNvPr>
            <p:cNvSpPr/>
            <p:nvPr/>
          </p:nvSpPr>
          <p:spPr>
            <a:xfrm>
              <a:off x="7004577" y="1442754"/>
              <a:ext cx="4437088" cy="4304623"/>
            </a:xfrm>
            <a:custGeom>
              <a:avLst/>
              <a:gdLst>
                <a:gd name="csX0" fmla="*/ 0 w 4422098"/>
                <a:gd name="csY0" fmla="*/ 717044 h 4302177"/>
                <a:gd name="csX1" fmla="*/ 717044 w 4422098"/>
                <a:gd name="csY1" fmla="*/ 0 h 4302177"/>
                <a:gd name="csX2" fmla="*/ 3705054 w 4422098"/>
                <a:gd name="csY2" fmla="*/ 0 h 4302177"/>
                <a:gd name="csX3" fmla="*/ 4422098 w 4422098"/>
                <a:gd name="csY3" fmla="*/ 717044 h 4302177"/>
                <a:gd name="csX4" fmla="*/ 4422098 w 4422098"/>
                <a:gd name="csY4" fmla="*/ 3585133 h 4302177"/>
                <a:gd name="csX5" fmla="*/ 3705054 w 4422098"/>
                <a:gd name="csY5" fmla="*/ 4302177 h 4302177"/>
                <a:gd name="csX6" fmla="*/ 717044 w 4422098"/>
                <a:gd name="csY6" fmla="*/ 4302177 h 4302177"/>
                <a:gd name="csX7" fmla="*/ 0 w 4422098"/>
                <a:gd name="csY7" fmla="*/ 3585133 h 4302177"/>
                <a:gd name="csX8" fmla="*/ 0 w 4422098"/>
                <a:gd name="csY8" fmla="*/ 717044 h 4302177"/>
                <a:gd name="csX0" fmla="*/ 0 w 4437088"/>
                <a:gd name="csY0" fmla="*/ 372542 h 4302449"/>
                <a:gd name="csX1" fmla="*/ 732034 w 4437088"/>
                <a:gd name="csY1" fmla="*/ 272 h 4302449"/>
                <a:gd name="csX2" fmla="*/ 3720044 w 4437088"/>
                <a:gd name="csY2" fmla="*/ 272 h 4302449"/>
                <a:gd name="csX3" fmla="*/ 4437088 w 4437088"/>
                <a:gd name="csY3" fmla="*/ 717316 h 4302449"/>
                <a:gd name="csX4" fmla="*/ 4437088 w 4437088"/>
                <a:gd name="csY4" fmla="*/ 3585405 h 4302449"/>
                <a:gd name="csX5" fmla="*/ 3720044 w 4437088"/>
                <a:gd name="csY5" fmla="*/ 4302449 h 4302449"/>
                <a:gd name="csX6" fmla="*/ 732034 w 4437088"/>
                <a:gd name="csY6" fmla="*/ 4302449 h 4302449"/>
                <a:gd name="csX7" fmla="*/ 14990 w 4437088"/>
                <a:gd name="csY7" fmla="*/ 3585405 h 4302449"/>
                <a:gd name="csX8" fmla="*/ 0 w 4437088"/>
                <a:gd name="csY8" fmla="*/ 372542 h 4302449"/>
                <a:gd name="csX0" fmla="*/ 0 w 4437088"/>
                <a:gd name="csY0" fmla="*/ 374716 h 4304623"/>
                <a:gd name="csX1" fmla="*/ 732034 w 4437088"/>
                <a:gd name="csY1" fmla="*/ 2446 h 4304623"/>
                <a:gd name="csX2" fmla="*/ 3720044 w 4437088"/>
                <a:gd name="csY2" fmla="*/ 2446 h 4304623"/>
                <a:gd name="csX3" fmla="*/ 4437088 w 4437088"/>
                <a:gd name="csY3" fmla="*/ 344736 h 4304623"/>
                <a:gd name="csX4" fmla="*/ 4437088 w 4437088"/>
                <a:gd name="csY4" fmla="*/ 3587579 h 4304623"/>
                <a:gd name="csX5" fmla="*/ 3720044 w 4437088"/>
                <a:gd name="csY5" fmla="*/ 4304623 h 4304623"/>
                <a:gd name="csX6" fmla="*/ 732034 w 4437088"/>
                <a:gd name="csY6" fmla="*/ 4304623 h 4304623"/>
                <a:gd name="csX7" fmla="*/ 14990 w 4437088"/>
                <a:gd name="csY7" fmla="*/ 3587579 h 4304623"/>
                <a:gd name="csX8" fmla="*/ 0 w 4437088"/>
                <a:gd name="csY8" fmla="*/ 374716 h 4304623"/>
                <a:gd name="csX0" fmla="*/ 0 w 4437088"/>
                <a:gd name="csY0" fmla="*/ 374716 h 4304623"/>
                <a:gd name="csX1" fmla="*/ 732034 w 4437088"/>
                <a:gd name="csY1" fmla="*/ 2446 h 4304623"/>
                <a:gd name="csX2" fmla="*/ 3720044 w 4437088"/>
                <a:gd name="csY2" fmla="*/ 2446 h 4304623"/>
                <a:gd name="csX3" fmla="*/ 4437088 w 4437088"/>
                <a:gd name="csY3" fmla="*/ 344736 h 4304623"/>
                <a:gd name="csX4" fmla="*/ 4437088 w 4437088"/>
                <a:gd name="csY4" fmla="*/ 3872393 h 4304623"/>
                <a:gd name="csX5" fmla="*/ 3720044 w 4437088"/>
                <a:gd name="csY5" fmla="*/ 4304623 h 4304623"/>
                <a:gd name="csX6" fmla="*/ 732034 w 4437088"/>
                <a:gd name="csY6" fmla="*/ 4304623 h 4304623"/>
                <a:gd name="csX7" fmla="*/ 14990 w 4437088"/>
                <a:gd name="csY7" fmla="*/ 3587579 h 4304623"/>
                <a:gd name="csX8" fmla="*/ 0 w 4437088"/>
                <a:gd name="csY8" fmla="*/ 374716 h 4304623"/>
                <a:gd name="csX0" fmla="*/ 0 w 4437088"/>
                <a:gd name="csY0" fmla="*/ 374716 h 4304623"/>
                <a:gd name="csX1" fmla="*/ 732034 w 4437088"/>
                <a:gd name="csY1" fmla="*/ 2446 h 4304623"/>
                <a:gd name="csX2" fmla="*/ 3720044 w 4437088"/>
                <a:gd name="csY2" fmla="*/ 2446 h 4304623"/>
                <a:gd name="csX3" fmla="*/ 4437088 w 4437088"/>
                <a:gd name="csY3" fmla="*/ 344736 h 4304623"/>
                <a:gd name="csX4" fmla="*/ 4437088 w 4437088"/>
                <a:gd name="csY4" fmla="*/ 3872393 h 4304623"/>
                <a:gd name="csX5" fmla="*/ 3720044 w 4437088"/>
                <a:gd name="csY5" fmla="*/ 4304623 h 4304623"/>
                <a:gd name="csX6" fmla="*/ 732034 w 4437088"/>
                <a:gd name="csY6" fmla="*/ 4304623 h 4304623"/>
                <a:gd name="csX7" fmla="*/ 14990 w 4437088"/>
                <a:gd name="csY7" fmla="*/ 3887382 h 4304623"/>
                <a:gd name="csX8" fmla="*/ 0 w 4437088"/>
                <a:gd name="csY8" fmla="*/ 374716 h 43046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437088" h="4304623">
                  <a:moveTo>
                    <a:pt x="0" y="374716"/>
                  </a:moveTo>
                  <a:cubicBezTo>
                    <a:pt x="0" y="-21296"/>
                    <a:pt x="336022" y="2446"/>
                    <a:pt x="732034" y="2446"/>
                  </a:cubicBezTo>
                  <a:lnTo>
                    <a:pt x="3720044" y="2446"/>
                  </a:lnTo>
                  <a:cubicBezTo>
                    <a:pt x="4116056" y="2446"/>
                    <a:pt x="4437088" y="-51276"/>
                    <a:pt x="4437088" y="344736"/>
                  </a:cubicBezTo>
                  <a:lnTo>
                    <a:pt x="4437088" y="3872393"/>
                  </a:lnTo>
                  <a:cubicBezTo>
                    <a:pt x="4437088" y="4268405"/>
                    <a:pt x="4116056" y="4304623"/>
                    <a:pt x="3720044" y="4304623"/>
                  </a:cubicBezTo>
                  <a:lnTo>
                    <a:pt x="732034" y="4304623"/>
                  </a:lnTo>
                  <a:cubicBezTo>
                    <a:pt x="336022" y="4304623"/>
                    <a:pt x="14990" y="4283394"/>
                    <a:pt x="14990" y="3887382"/>
                  </a:cubicBezTo>
                  <a:cubicBezTo>
                    <a:pt x="14990" y="2931352"/>
                    <a:pt x="0" y="1330746"/>
                    <a:pt x="0" y="374716"/>
                  </a:cubicBezTo>
                  <a:close/>
                </a:path>
              </a:pathLst>
            </a:cu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5" name="Imagem 4">
            <a:extLst>
              <a:ext uri="{FF2B5EF4-FFF2-40B4-BE49-F238E27FC236}">
                <a16:creationId xmlns:a16="http://schemas.microsoft.com/office/drawing/2014/main" id="{48D6DE45-ED33-150F-A1E8-F78B3D313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42" y="-114195"/>
            <a:ext cx="1080897" cy="10808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166B28D1-2491-ABE3-AF48-1533A53F08A7}"/>
              </a:ext>
            </a:extLst>
          </p:cNvPr>
          <p:cNvSpPr/>
          <p:nvPr/>
        </p:nvSpPr>
        <p:spPr>
          <a:xfrm>
            <a:off x="9112469" y="219393"/>
            <a:ext cx="2047933" cy="40679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7362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C306D-772E-6846-EE9B-7A6C53125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36747324-A74F-30CF-9189-890F11BF9E23}"/>
              </a:ext>
            </a:extLst>
          </p:cNvPr>
          <p:cNvSpPr txBox="1"/>
          <p:nvPr/>
        </p:nvSpPr>
        <p:spPr>
          <a:xfrm>
            <a:off x="584616" y="1669105"/>
            <a:ext cx="10687987" cy="92333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dirty="0">
                <a:solidFill>
                  <a:schemeClr val="bg1"/>
                </a:solidFill>
              </a:rPr>
              <a:t>    Aqui trabalhamos para preparar adolescentes e jovens para o futuro, unindo aprendizado, orientação e vivências reais que ajudam no desenvolvimento pessoal, profissional e social, sempre com respeito, diálogo e compromisso com cada história.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4F50EDEC-9049-9F17-D40A-258825716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31" name="Título 9">
            <a:extLst>
              <a:ext uri="{FF2B5EF4-FFF2-40B4-BE49-F238E27FC236}">
                <a16:creationId xmlns:a16="http://schemas.microsoft.com/office/drawing/2014/main" id="{A44553F1-6690-71A7-3ACB-77BF3AB4A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994547"/>
            <a:ext cx="9144000" cy="2387600"/>
          </a:xfrm>
          <a:effectLst/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 QUE FAZEMOS NA </a:t>
            </a:r>
            <a:r>
              <a:rPr lang="pt-BR" sz="2800" b="1" dirty="0">
                <a:solidFill>
                  <a:srgbClr val="7030A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AIPA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0EB2EF04-8327-3B03-A676-9C5F96CC0BC0}"/>
              </a:ext>
            </a:extLst>
          </p:cNvPr>
          <p:cNvCxnSpPr/>
          <p:nvPr/>
        </p:nvCxnSpPr>
        <p:spPr>
          <a:xfrm>
            <a:off x="584616" y="3013023"/>
            <a:ext cx="10972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E317879-39C3-4201-C14E-E0748DD518CD}"/>
              </a:ext>
            </a:extLst>
          </p:cNvPr>
          <p:cNvCxnSpPr/>
          <p:nvPr/>
        </p:nvCxnSpPr>
        <p:spPr>
          <a:xfrm>
            <a:off x="584616" y="467193"/>
            <a:ext cx="10972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68406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20B7CB-9351-CEBB-DAFD-B71F8085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8A98F0-9C5C-6625-853A-83FD819758CB}"/>
              </a:ext>
            </a:extLst>
          </p:cNvPr>
          <p:cNvSpPr/>
          <p:nvPr/>
        </p:nvSpPr>
        <p:spPr>
          <a:xfrm>
            <a:off x="3041823" y="1372796"/>
            <a:ext cx="3026980" cy="4140884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53897F-E6B2-75D4-FA1F-7886DD2AFD24}"/>
              </a:ext>
            </a:extLst>
          </p:cNvPr>
          <p:cNvSpPr/>
          <p:nvPr/>
        </p:nvSpPr>
        <p:spPr>
          <a:xfrm>
            <a:off x="0" y="0"/>
            <a:ext cx="12192000" cy="4197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7C317A-6A94-87EC-C80E-65A5BBF998C2}"/>
              </a:ext>
            </a:extLst>
          </p:cNvPr>
          <p:cNvSpPr txBox="1"/>
          <p:nvPr/>
        </p:nvSpPr>
        <p:spPr>
          <a:xfrm>
            <a:off x="1181598" y="5039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FFBA8B4-AC8B-035A-1D85-8D818F707BD3}"/>
              </a:ext>
            </a:extLst>
          </p:cNvPr>
          <p:cNvSpPr txBox="1"/>
          <p:nvPr/>
        </p:nvSpPr>
        <p:spPr>
          <a:xfrm>
            <a:off x="3978702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sobre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58766EB-1C95-C62D-B21B-940C999151D1}"/>
              </a:ext>
            </a:extLst>
          </p:cNvPr>
          <p:cNvSpPr txBox="1"/>
          <p:nvPr/>
        </p:nvSpPr>
        <p:spPr>
          <a:xfrm>
            <a:off x="7029200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comentários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C4B422-C73B-9946-2246-964CE5989E95}"/>
              </a:ext>
            </a:extLst>
          </p:cNvPr>
          <p:cNvSpPr txBox="1"/>
          <p:nvPr/>
        </p:nvSpPr>
        <p:spPr>
          <a:xfrm>
            <a:off x="9847027" y="25196"/>
            <a:ext cx="656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inscreva-se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67B9EC3-FE00-6B44-CC4A-5901258FB9F8}"/>
              </a:ext>
            </a:extLst>
          </p:cNvPr>
          <p:cNvSpPr txBox="1"/>
          <p:nvPr/>
        </p:nvSpPr>
        <p:spPr>
          <a:xfrm>
            <a:off x="3710501" y="2404455"/>
            <a:ext cx="1519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7030A0"/>
                </a:solidFill>
              </a:rPr>
              <a:t>CAPACITAÇÃO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F2F159-6942-2317-1D97-DF63865EAEF8}"/>
              </a:ext>
            </a:extLst>
          </p:cNvPr>
          <p:cNvSpPr txBox="1"/>
          <p:nvPr/>
        </p:nvSpPr>
        <p:spPr>
          <a:xfrm>
            <a:off x="7607774" y="2442355"/>
            <a:ext cx="1613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7030A0"/>
                </a:solidFill>
              </a:rPr>
              <a:t>DIZADO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974C0F2-6442-CDBA-179E-D75787759ACE}"/>
              </a:ext>
            </a:extLst>
          </p:cNvPr>
          <p:cNvSpPr txBox="1"/>
          <p:nvPr/>
        </p:nvSpPr>
        <p:spPr>
          <a:xfrm>
            <a:off x="3209375" y="2983649"/>
            <a:ext cx="26918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Nosso foco é desenvolver competências essenciais para a vida profissional, preparando os participantes para novas oportunidades e desafios no mercado de trabalho.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76ED049C-B82E-E4F9-64BA-7E81D83BFB47}"/>
              </a:ext>
            </a:extLst>
          </p:cNvPr>
          <p:cNvSpPr txBox="1"/>
          <p:nvPr/>
        </p:nvSpPr>
        <p:spPr>
          <a:xfrm>
            <a:off x="3993793" y="1370249"/>
            <a:ext cx="9527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🎯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25092A16-97F8-F885-CC5D-03AB1D126DE6}"/>
              </a:ext>
            </a:extLst>
          </p:cNvPr>
          <p:cNvSpPr txBox="1"/>
          <p:nvPr/>
        </p:nvSpPr>
        <p:spPr>
          <a:xfrm>
            <a:off x="7446499" y="1528261"/>
            <a:ext cx="4892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6000" dirty="0"/>
              <a:t>📚</a:t>
            </a:r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DD236644-C030-A8F2-48B6-1E3C582AA19D}"/>
              </a:ext>
            </a:extLst>
          </p:cNvPr>
          <p:cNvSpPr txBox="1"/>
          <p:nvPr/>
        </p:nvSpPr>
        <p:spPr>
          <a:xfrm>
            <a:off x="6599297" y="3040082"/>
            <a:ext cx="266077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Oferecemos um ambiente de ensino dinâmico e acessível, com conteúdos organizados para facilitar a compreensão e promover a evolução contínua dos alunos.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6F1D693-CB81-7F47-42C7-E5961AE0B083}"/>
              </a:ext>
            </a:extLst>
          </p:cNvPr>
          <p:cNvSpPr/>
          <p:nvPr/>
        </p:nvSpPr>
        <p:spPr>
          <a:xfrm>
            <a:off x="4586416" y="1087820"/>
            <a:ext cx="3026980" cy="491884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6006E9A-F1E3-BAFC-B656-B6FAF3B870E6}"/>
              </a:ext>
            </a:extLst>
          </p:cNvPr>
          <p:cNvSpPr/>
          <p:nvPr/>
        </p:nvSpPr>
        <p:spPr>
          <a:xfrm>
            <a:off x="7613396" y="1381642"/>
            <a:ext cx="1920348" cy="414088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6112F203-D916-34CF-783B-F6E01395E41D}"/>
              </a:ext>
            </a:extLst>
          </p:cNvPr>
          <p:cNvSpPr/>
          <p:nvPr/>
        </p:nvSpPr>
        <p:spPr>
          <a:xfrm>
            <a:off x="4586416" y="1087820"/>
            <a:ext cx="3026980" cy="4918841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18A532F2-FD9A-1823-0140-54AB8B04138C}"/>
              </a:ext>
            </a:extLst>
          </p:cNvPr>
          <p:cNvSpPr txBox="1"/>
          <p:nvPr/>
        </p:nvSpPr>
        <p:spPr>
          <a:xfrm>
            <a:off x="5387780" y="2447698"/>
            <a:ext cx="1424252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7030A0"/>
                </a:solidFill>
              </a:rPr>
              <a:t>TECNOLOGIA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5A2B784-53B0-5045-7767-C5CF132B0658}"/>
              </a:ext>
            </a:extLst>
          </p:cNvPr>
          <p:cNvSpPr txBox="1"/>
          <p:nvPr/>
        </p:nvSpPr>
        <p:spPr>
          <a:xfrm>
            <a:off x="4739486" y="2995042"/>
            <a:ext cx="2720841" cy="230832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dirty="0">
                <a:solidFill>
                  <a:schemeClr val="bg1"/>
                </a:solidFill>
              </a:rPr>
              <a:t>Utilizamos recursos tecnológicos e ferramentas digitais para preparar os alunos para as exigências do mercado atual, desenvolvendo habilidades práticas em informática e uso de sistemas.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591B52E-1270-A818-841C-D811459C7DF8}"/>
              </a:ext>
            </a:extLst>
          </p:cNvPr>
          <p:cNvSpPr txBox="1"/>
          <p:nvPr/>
        </p:nvSpPr>
        <p:spPr>
          <a:xfrm>
            <a:off x="5465533" y="1289309"/>
            <a:ext cx="1237643" cy="110799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pt-BR" sz="6600" dirty="0"/>
              <a:t>💻</a:t>
            </a:r>
            <a:endParaRPr lang="pt-BR" sz="1100" dirty="0"/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BFE51128-BFD8-FFAC-EE3E-66884575F31F}"/>
              </a:ext>
            </a:extLst>
          </p:cNvPr>
          <p:cNvSpPr/>
          <p:nvPr/>
        </p:nvSpPr>
        <p:spPr>
          <a:xfrm>
            <a:off x="9847027" y="3244334"/>
            <a:ext cx="323267" cy="369332"/>
          </a:xfrm>
          <a:prstGeom prst="rightArrow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: para a Esquerda 9">
            <a:extLst>
              <a:ext uri="{FF2B5EF4-FFF2-40B4-BE49-F238E27FC236}">
                <a16:creationId xmlns:a16="http://schemas.microsoft.com/office/drawing/2014/main" id="{21D14C82-0B65-81E1-FEE2-91E4A7D53B1C}"/>
              </a:ext>
            </a:extLst>
          </p:cNvPr>
          <p:cNvSpPr/>
          <p:nvPr/>
        </p:nvSpPr>
        <p:spPr>
          <a:xfrm>
            <a:off x="2407450" y="3244334"/>
            <a:ext cx="321091" cy="369332"/>
          </a:xfrm>
          <a:prstGeom prst="leftArrow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24BF1B63-76C1-52F6-6E86-D936FE895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48984EA3-E5BF-5959-F0E4-DB86444B5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9015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2CB55-AAC2-B208-D159-7878DAACB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5F74C9BD-076D-99C6-C9E3-BEDE43F73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938770"/>
            <a:ext cx="9144000" cy="2387600"/>
          </a:xfrm>
          <a:effectLst/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APRENDA AS TECNOLOGIAS DO MERCADO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100AD61-B347-49EC-939B-D4E8FD19E337}"/>
              </a:ext>
            </a:extLst>
          </p:cNvPr>
          <p:cNvSpPr/>
          <p:nvPr/>
        </p:nvSpPr>
        <p:spPr>
          <a:xfrm>
            <a:off x="0" y="0"/>
            <a:ext cx="12192000" cy="4197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A81C7A-8951-69A9-0EC0-47D7382F2113}"/>
              </a:ext>
            </a:extLst>
          </p:cNvPr>
          <p:cNvSpPr txBox="1"/>
          <p:nvPr/>
        </p:nvSpPr>
        <p:spPr>
          <a:xfrm>
            <a:off x="1181598" y="5039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2DECEF-42FB-3BFC-8293-78CAF2C681A5}"/>
              </a:ext>
            </a:extLst>
          </p:cNvPr>
          <p:cNvSpPr txBox="1"/>
          <p:nvPr/>
        </p:nvSpPr>
        <p:spPr>
          <a:xfrm>
            <a:off x="3978702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sobre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2EBBBF9-6D61-662D-C35F-9B765C664F3A}"/>
              </a:ext>
            </a:extLst>
          </p:cNvPr>
          <p:cNvSpPr txBox="1"/>
          <p:nvPr/>
        </p:nvSpPr>
        <p:spPr>
          <a:xfrm>
            <a:off x="7029200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comentários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3988928-3492-B47B-A095-4F51525DA7C9}"/>
              </a:ext>
            </a:extLst>
          </p:cNvPr>
          <p:cNvSpPr txBox="1"/>
          <p:nvPr/>
        </p:nvSpPr>
        <p:spPr>
          <a:xfrm>
            <a:off x="9847027" y="25196"/>
            <a:ext cx="656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inscreva-se</a:t>
            </a:r>
            <a:endParaRPr lang="pt-BR" dirty="0"/>
          </a:p>
        </p:txBody>
      </p:sp>
      <p:pic>
        <p:nvPicPr>
          <p:cNvPr id="1028" name="Picture 4" descr="logotipo de aplicativos móveis do microsoft excel 17396828 PNG">
            <a:extLst>
              <a:ext uri="{FF2B5EF4-FFF2-40B4-BE49-F238E27FC236}">
                <a16:creationId xmlns:a16="http://schemas.microsoft.com/office/drawing/2014/main" id="{5AF21BFA-DA12-781D-B0A1-1B4BB48CC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35229"/>
            <a:ext cx="1301553" cy="1301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D27D61D-364C-A02B-5BEB-6F4E58A72409}"/>
              </a:ext>
            </a:extLst>
          </p:cNvPr>
          <p:cNvSpPr txBox="1"/>
          <p:nvPr/>
        </p:nvSpPr>
        <p:spPr>
          <a:xfrm>
            <a:off x="557198" y="4073453"/>
            <a:ext cx="34215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Aprenda a organizar, calcular e analisar dados com planilhas inteligentes, utilizando fórmulas, tabelas e recursos que aumentam a produtividade no ambiente profissional.</a:t>
            </a:r>
          </a:p>
        </p:txBody>
      </p:sp>
      <p:sp>
        <p:nvSpPr>
          <p:cNvPr id="3" name="Elipse 2" descr="Página Inicial do Word">
            <a:extLst>
              <a:ext uri="{FF2B5EF4-FFF2-40B4-BE49-F238E27FC236}">
                <a16:creationId xmlns:a16="http://schemas.microsoft.com/office/drawing/2014/main" id="{E3BB1B8C-3424-72BD-6AED-B1173C96395F}"/>
              </a:ext>
            </a:extLst>
          </p:cNvPr>
          <p:cNvSpPr/>
          <p:nvPr/>
        </p:nvSpPr>
        <p:spPr>
          <a:xfrm>
            <a:off x="5538397" y="2821576"/>
            <a:ext cx="1115206" cy="1011122"/>
          </a:xfrm>
          <a:prstGeom prst="ellipse">
            <a:avLst/>
          </a:pr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FFEAE6A-6E32-2B81-9510-2728287945F1}"/>
              </a:ext>
            </a:extLst>
          </p:cNvPr>
          <p:cNvSpPr txBox="1"/>
          <p:nvPr/>
        </p:nvSpPr>
        <p:spPr>
          <a:xfrm>
            <a:off x="4730021" y="4073453"/>
            <a:ext cx="273195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Domine a criação e edição de documentos profissionais, como relatórios, cartas, currículos e trabalhos, com formatação clara e organizada.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87026647-06AF-3280-AEC5-942811097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445" y="3019151"/>
            <a:ext cx="958090" cy="81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BAA7024-8CF5-28FF-BB1B-F3F3E85F9136}"/>
              </a:ext>
            </a:extLst>
          </p:cNvPr>
          <p:cNvSpPr txBox="1"/>
          <p:nvPr/>
        </p:nvSpPr>
        <p:spPr>
          <a:xfrm>
            <a:off x="8403636" y="4073453"/>
            <a:ext cx="30408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Desenvolva apresentações modernas e impactantes, com slides bem estruturados, visuais atrativos e recursos que facilitam a comunicação de ideias.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13C6C1B-CFB0-74CB-8D8D-CC5EEE045E7F}"/>
              </a:ext>
            </a:extLst>
          </p:cNvPr>
          <p:cNvCxnSpPr/>
          <p:nvPr/>
        </p:nvCxnSpPr>
        <p:spPr>
          <a:xfrm>
            <a:off x="4362138" y="2821576"/>
            <a:ext cx="0" cy="350427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37E57BD0-B3A6-4E40-4B3F-CADC3EDB89BF}"/>
              </a:ext>
            </a:extLst>
          </p:cNvPr>
          <p:cNvCxnSpPr/>
          <p:nvPr/>
        </p:nvCxnSpPr>
        <p:spPr>
          <a:xfrm>
            <a:off x="7932295" y="2760719"/>
            <a:ext cx="0" cy="350427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F4FD1459-0954-E487-ADF4-49232634FBC5}"/>
              </a:ext>
            </a:extLst>
          </p:cNvPr>
          <p:cNvSpPr/>
          <p:nvPr/>
        </p:nvSpPr>
        <p:spPr>
          <a:xfrm>
            <a:off x="4362137" y="1523781"/>
            <a:ext cx="3570157" cy="61502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Título 9">
            <a:extLst>
              <a:ext uri="{FF2B5EF4-FFF2-40B4-BE49-F238E27FC236}">
                <a16:creationId xmlns:a16="http://schemas.microsoft.com/office/drawing/2014/main" id="{06E24BEA-8CE0-53A1-7C5E-96C6FCA3600E}"/>
              </a:ext>
            </a:extLst>
          </p:cNvPr>
          <p:cNvSpPr txBox="1">
            <a:spLocks/>
          </p:cNvSpPr>
          <p:nvPr/>
        </p:nvSpPr>
        <p:spPr>
          <a:xfrm>
            <a:off x="4884290" y="1448830"/>
            <a:ext cx="2525849" cy="644957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chemeClr val="bg1"/>
                </a:solidFill>
                <a:latin typeface="+mn-lt"/>
                <a:ea typeface="ADLaM Display" panose="02010000000000000000" pitchFamily="2" charset="0"/>
                <a:cs typeface="ADLaM Display" panose="02010000000000000000" pitchFamily="2" charset="0"/>
              </a:rPr>
              <a:t>PRATICANDO</a:t>
            </a:r>
          </a:p>
        </p:txBody>
      </p:sp>
    </p:spTree>
    <p:extLst>
      <p:ext uri="{BB962C8B-B14F-4D97-AF65-F5344CB8AC3E}">
        <p14:creationId xmlns:p14="http://schemas.microsoft.com/office/powerpoint/2010/main" val="70913652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91CCD6-E4E8-F2CB-B857-884E5A5F2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C959483-0CFD-DF1E-4687-F52FA0ED8AF5}"/>
              </a:ext>
            </a:extLst>
          </p:cNvPr>
          <p:cNvSpPr/>
          <p:nvPr/>
        </p:nvSpPr>
        <p:spPr>
          <a:xfrm>
            <a:off x="0" y="0"/>
            <a:ext cx="12192000" cy="4197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F277FB8-F5B6-3ECC-2997-DFCE595863FE}"/>
              </a:ext>
            </a:extLst>
          </p:cNvPr>
          <p:cNvSpPr txBox="1"/>
          <p:nvPr/>
        </p:nvSpPr>
        <p:spPr>
          <a:xfrm>
            <a:off x="1181598" y="5039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1DDF206-4CBF-85D5-BA40-BCECFB3034D2}"/>
              </a:ext>
            </a:extLst>
          </p:cNvPr>
          <p:cNvSpPr txBox="1"/>
          <p:nvPr/>
        </p:nvSpPr>
        <p:spPr>
          <a:xfrm>
            <a:off x="3978702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sobre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700BF1A-B3AB-B00B-515F-DA1D105AD0A1}"/>
              </a:ext>
            </a:extLst>
          </p:cNvPr>
          <p:cNvSpPr txBox="1"/>
          <p:nvPr/>
        </p:nvSpPr>
        <p:spPr>
          <a:xfrm>
            <a:off x="7029200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comentários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6C92D98-8102-78D1-C83C-3A2D8EB5CBC8}"/>
              </a:ext>
            </a:extLst>
          </p:cNvPr>
          <p:cNvSpPr txBox="1"/>
          <p:nvPr/>
        </p:nvSpPr>
        <p:spPr>
          <a:xfrm>
            <a:off x="9847027" y="25196"/>
            <a:ext cx="656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inscreva-se</a:t>
            </a: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87573B-D419-9323-49B4-AB42B51D80E1}"/>
              </a:ext>
            </a:extLst>
          </p:cNvPr>
          <p:cNvSpPr/>
          <p:nvPr/>
        </p:nvSpPr>
        <p:spPr>
          <a:xfrm>
            <a:off x="4073026" y="1844566"/>
            <a:ext cx="3825229" cy="408326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5B9D5C0-8808-1C8A-6EC0-80E99E92BBAA}"/>
              </a:ext>
            </a:extLst>
          </p:cNvPr>
          <p:cNvSpPr txBox="1"/>
          <p:nvPr/>
        </p:nvSpPr>
        <p:spPr>
          <a:xfrm>
            <a:off x="5803998" y="1560329"/>
            <a:ext cx="36637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Juliano Alessandro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2E859CA-8EFD-FEBF-2853-08BCA283236A}"/>
              </a:ext>
            </a:extLst>
          </p:cNvPr>
          <p:cNvSpPr txBox="1"/>
          <p:nvPr/>
        </p:nvSpPr>
        <p:spPr>
          <a:xfrm>
            <a:off x="4945343" y="2507877"/>
            <a:ext cx="5381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0BF0893-9375-C727-6A8E-39264CC121D4}"/>
              </a:ext>
            </a:extLst>
          </p:cNvPr>
          <p:cNvSpPr txBox="1"/>
          <p:nvPr/>
        </p:nvSpPr>
        <p:spPr>
          <a:xfrm>
            <a:off x="6160634" y="2146114"/>
            <a:ext cx="2950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INSTRUTOR DE INFORMÁTICA</a:t>
            </a:r>
          </a:p>
        </p:txBody>
      </p:sp>
      <p:sp>
        <p:nvSpPr>
          <p:cNvPr id="6" name="Título 9">
            <a:extLst>
              <a:ext uri="{FF2B5EF4-FFF2-40B4-BE49-F238E27FC236}">
                <a16:creationId xmlns:a16="http://schemas.microsoft.com/office/drawing/2014/main" id="{0A9CB597-CDB7-9BE6-35F4-31B60C891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-1274622"/>
            <a:ext cx="9144000" cy="2387600"/>
          </a:xfrm>
          <a:effectLst/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NOSSOS INSTRUTORES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84EDCC-8BEA-1ECA-0ACE-6344A0F12D29}"/>
              </a:ext>
            </a:extLst>
          </p:cNvPr>
          <p:cNvSpPr txBox="1"/>
          <p:nvPr/>
        </p:nvSpPr>
        <p:spPr>
          <a:xfrm>
            <a:off x="2929425" y="3910345"/>
            <a:ext cx="32533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Murillo Cavalaro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1547F39-2085-965E-4391-D152FF776D08}"/>
              </a:ext>
            </a:extLst>
          </p:cNvPr>
          <p:cNvSpPr txBox="1"/>
          <p:nvPr/>
        </p:nvSpPr>
        <p:spPr>
          <a:xfrm>
            <a:off x="1865586" y="4857893"/>
            <a:ext cx="53810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CA12FC1-E7D4-6BDA-84D5-4069824A9398}"/>
              </a:ext>
            </a:extLst>
          </p:cNvPr>
          <p:cNvSpPr txBox="1"/>
          <p:nvPr/>
        </p:nvSpPr>
        <p:spPr>
          <a:xfrm>
            <a:off x="2502192" y="4481816"/>
            <a:ext cx="4107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INSTRUTOR ASSISTENTE DE INFORMÁTICA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4AB01D50-2DF7-0175-2D7E-2D2B311846C1}"/>
              </a:ext>
            </a:extLst>
          </p:cNvPr>
          <p:cNvSpPr/>
          <p:nvPr/>
        </p:nvSpPr>
        <p:spPr>
          <a:xfrm>
            <a:off x="1865586" y="1496548"/>
            <a:ext cx="2270234" cy="211258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EBE0D46-38C9-3485-8CE6-BDDC48976529}"/>
              </a:ext>
            </a:extLst>
          </p:cNvPr>
          <p:cNvSpPr/>
          <p:nvPr/>
        </p:nvSpPr>
        <p:spPr>
          <a:xfrm>
            <a:off x="8056180" y="3941379"/>
            <a:ext cx="2270234" cy="211258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25313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0EEC4-FC95-B0D6-A60E-8A62D147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6871B534-5852-7F24-1F39-61856002B46B}"/>
              </a:ext>
            </a:extLst>
          </p:cNvPr>
          <p:cNvSpPr/>
          <p:nvPr/>
        </p:nvSpPr>
        <p:spPr>
          <a:xfrm>
            <a:off x="0" y="0"/>
            <a:ext cx="12192000" cy="41972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4C03995-8D4B-5E24-112C-67956F605718}"/>
              </a:ext>
            </a:extLst>
          </p:cNvPr>
          <p:cNvSpPr txBox="1"/>
          <p:nvPr/>
        </p:nvSpPr>
        <p:spPr>
          <a:xfrm>
            <a:off x="1181598" y="5039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E653C03-0E90-A8F0-4AA7-201D324FD33B}"/>
              </a:ext>
            </a:extLst>
          </p:cNvPr>
          <p:cNvSpPr txBox="1"/>
          <p:nvPr/>
        </p:nvSpPr>
        <p:spPr>
          <a:xfrm>
            <a:off x="3978702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sobre</a:t>
            </a:r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BF1D5A-2862-4E89-22A0-BD019066D751}"/>
              </a:ext>
            </a:extLst>
          </p:cNvPr>
          <p:cNvSpPr txBox="1"/>
          <p:nvPr/>
        </p:nvSpPr>
        <p:spPr>
          <a:xfrm>
            <a:off x="7029200" y="50393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comentários</a:t>
            </a:r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4929757-9F1D-14C8-0793-34B8A1EF96A7}"/>
              </a:ext>
            </a:extLst>
          </p:cNvPr>
          <p:cNvSpPr txBox="1"/>
          <p:nvPr/>
        </p:nvSpPr>
        <p:spPr>
          <a:xfrm>
            <a:off x="9847027" y="25196"/>
            <a:ext cx="65663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inscreva-se</a:t>
            </a:r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5D8D28-E287-0FCE-7020-D39048C4222A}"/>
              </a:ext>
            </a:extLst>
          </p:cNvPr>
          <p:cNvSpPr txBox="1"/>
          <p:nvPr/>
        </p:nvSpPr>
        <p:spPr>
          <a:xfrm>
            <a:off x="4569501" y="4181533"/>
            <a:ext cx="1368842" cy="370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01/04/2026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C7C25FB-9FFB-944F-2F68-EF2A2F57EEC1}"/>
              </a:ext>
            </a:extLst>
          </p:cNvPr>
          <p:cNvSpPr txBox="1"/>
          <p:nvPr/>
        </p:nvSpPr>
        <p:spPr>
          <a:xfrm>
            <a:off x="3495887" y="2500027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EC93529-DFAC-6E79-7115-39E4E6DF0100}"/>
              </a:ext>
            </a:extLst>
          </p:cNvPr>
          <p:cNvSpPr txBox="1"/>
          <p:nvPr/>
        </p:nvSpPr>
        <p:spPr>
          <a:xfrm>
            <a:off x="4042756" y="1690009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162C1B5-E543-8ECE-36D0-CBE179160C54}"/>
              </a:ext>
            </a:extLst>
          </p:cNvPr>
          <p:cNvSpPr txBox="1"/>
          <p:nvPr/>
        </p:nvSpPr>
        <p:spPr>
          <a:xfrm>
            <a:off x="7629975" y="418283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02/04/2026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D7CCE72-0FEB-CACD-D228-5F74D55BF6FD}"/>
              </a:ext>
            </a:extLst>
          </p:cNvPr>
          <p:cNvSpPr txBox="1"/>
          <p:nvPr/>
        </p:nvSpPr>
        <p:spPr>
          <a:xfrm>
            <a:off x="3658036" y="2002847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6" name="Título 9">
            <a:extLst>
              <a:ext uri="{FF2B5EF4-FFF2-40B4-BE49-F238E27FC236}">
                <a16:creationId xmlns:a16="http://schemas.microsoft.com/office/drawing/2014/main" id="{4DAFF5C8-F3BC-5941-58F6-086C9C1ED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044796"/>
            <a:ext cx="9144000" cy="2387600"/>
          </a:xfrm>
          <a:effectLst/>
        </p:spPr>
        <p:txBody>
          <a:bodyPr>
            <a:norm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NOSSAS AVALIAÇÕES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225545-2DFB-5ABE-3241-D0326F144EEF}"/>
              </a:ext>
            </a:extLst>
          </p:cNvPr>
          <p:cNvSpPr/>
          <p:nvPr/>
        </p:nvSpPr>
        <p:spPr>
          <a:xfrm>
            <a:off x="3200666" y="1499223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507683-C106-8B8E-8984-5A7BFE4066A2}"/>
              </a:ext>
            </a:extLst>
          </p:cNvPr>
          <p:cNvSpPr/>
          <p:nvPr/>
        </p:nvSpPr>
        <p:spPr>
          <a:xfrm>
            <a:off x="140192" y="1499223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3B25FDD-F8C3-E9FA-2F92-7D927766B09C}"/>
              </a:ext>
            </a:extLst>
          </p:cNvPr>
          <p:cNvSpPr txBox="1"/>
          <p:nvPr/>
        </p:nvSpPr>
        <p:spPr>
          <a:xfrm>
            <a:off x="6556361" y="2500027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F83CCBD-0A4B-2B42-8A42-0FA2395AFF88}"/>
              </a:ext>
            </a:extLst>
          </p:cNvPr>
          <p:cNvSpPr txBox="1"/>
          <p:nvPr/>
        </p:nvSpPr>
        <p:spPr>
          <a:xfrm>
            <a:off x="7103230" y="1690009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CE27859-14B6-06C5-ABF1-0E6633A12E66}"/>
              </a:ext>
            </a:extLst>
          </p:cNvPr>
          <p:cNvSpPr txBox="1"/>
          <p:nvPr/>
        </p:nvSpPr>
        <p:spPr>
          <a:xfrm>
            <a:off x="6718510" y="2002847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DED6B4-93A7-DACF-4833-481931644381}"/>
              </a:ext>
            </a:extLst>
          </p:cNvPr>
          <p:cNvSpPr/>
          <p:nvPr/>
        </p:nvSpPr>
        <p:spPr>
          <a:xfrm>
            <a:off x="6261140" y="1499223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0D7D3ED-15C3-912C-D2AB-0004108666D6}"/>
              </a:ext>
            </a:extLst>
          </p:cNvPr>
          <p:cNvSpPr txBox="1"/>
          <p:nvPr/>
        </p:nvSpPr>
        <p:spPr>
          <a:xfrm>
            <a:off x="9591888" y="2500027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FE7E609-4120-C939-D569-9CD4E37FA5B1}"/>
              </a:ext>
            </a:extLst>
          </p:cNvPr>
          <p:cNvSpPr txBox="1"/>
          <p:nvPr/>
        </p:nvSpPr>
        <p:spPr>
          <a:xfrm>
            <a:off x="10138757" y="1690009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73857AB-C0E4-4322-2554-3AC9F01E0869}"/>
              </a:ext>
            </a:extLst>
          </p:cNvPr>
          <p:cNvSpPr txBox="1"/>
          <p:nvPr/>
        </p:nvSpPr>
        <p:spPr>
          <a:xfrm>
            <a:off x="9754037" y="2002847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988FD4F-53D5-399A-4156-491BF9AAA116}"/>
              </a:ext>
            </a:extLst>
          </p:cNvPr>
          <p:cNvSpPr/>
          <p:nvPr/>
        </p:nvSpPr>
        <p:spPr>
          <a:xfrm>
            <a:off x="9296667" y="1499223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FD4DE1EC-1D1F-66DD-9A99-1577A26863DA}"/>
              </a:ext>
            </a:extLst>
          </p:cNvPr>
          <p:cNvSpPr txBox="1"/>
          <p:nvPr/>
        </p:nvSpPr>
        <p:spPr>
          <a:xfrm>
            <a:off x="4569501" y="7629446"/>
            <a:ext cx="1368842" cy="370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01/04/2026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EF2D990-4A52-DFB0-C7A1-2FA16BDA4146}"/>
              </a:ext>
            </a:extLst>
          </p:cNvPr>
          <p:cNvSpPr txBox="1"/>
          <p:nvPr/>
        </p:nvSpPr>
        <p:spPr>
          <a:xfrm>
            <a:off x="3495887" y="5947940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3FE29B8-15F0-8DDC-54CB-FC8CFBB46A03}"/>
              </a:ext>
            </a:extLst>
          </p:cNvPr>
          <p:cNvSpPr txBox="1"/>
          <p:nvPr/>
        </p:nvSpPr>
        <p:spPr>
          <a:xfrm>
            <a:off x="4042756" y="513792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2728B46-D87F-55AC-0B60-A5D7A6B0B3C1}"/>
              </a:ext>
            </a:extLst>
          </p:cNvPr>
          <p:cNvSpPr txBox="1"/>
          <p:nvPr/>
        </p:nvSpPr>
        <p:spPr>
          <a:xfrm>
            <a:off x="1058567" y="695250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02/04/2026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6993A710-4558-4829-18A1-2302BE565727}"/>
              </a:ext>
            </a:extLst>
          </p:cNvPr>
          <p:cNvSpPr txBox="1"/>
          <p:nvPr/>
        </p:nvSpPr>
        <p:spPr>
          <a:xfrm>
            <a:off x="3658036" y="5450760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660341E-D694-E87F-6EA0-61B7635FA461}"/>
              </a:ext>
            </a:extLst>
          </p:cNvPr>
          <p:cNvSpPr/>
          <p:nvPr/>
        </p:nvSpPr>
        <p:spPr>
          <a:xfrm>
            <a:off x="3200666" y="4947136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4A04753-8CE2-6B8C-B1F2-1E08501ADF70}"/>
              </a:ext>
            </a:extLst>
          </p:cNvPr>
          <p:cNvSpPr/>
          <p:nvPr/>
        </p:nvSpPr>
        <p:spPr>
          <a:xfrm>
            <a:off x="140192" y="4947136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C7CC251-D2E0-DC83-8C6E-2D18EB48AEEA}"/>
              </a:ext>
            </a:extLst>
          </p:cNvPr>
          <p:cNvSpPr txBox="1"/>
          <p:nvPr/>
        </p:nvSpPr>
        <p:spPr>
          <a:xfrm>
            <a:off x="6556361" y="5947940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2A2DC02-3D24-3197-B672-C498306010E9}"/>
              </a:ext>
            </a:extLst>
          </p:cNvPr>
          <p:cNvSpPr txBox="1"/>
          <p:nvPr/>
        </p:nvSpPr>
        <p:spPr>
          <a:xfrm>
            <a:off x="7103230" y="513792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6FA578F-1B42-199B-E247-4C3718ED2538}"/>
              </a:ext>
            </a:extLst>
          </p:cNvPr>
          <p:cNvSpPr txBox="1"/>
          <p:nvPr/>
        </p:nvSpPr>
        <p:spPr>
          <a:xfrm>
            <a:off x="6718510" y="5450760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F73BA7C-A285-C9F0-25BE-01A645B35A02}"/>
              </a:ext>
            </a:extLst>
          </p:cNvPr>
          <p:cNvSpPr/>
          <p:nvPr/>
        </p:nvSpPr>
        <p:spPr>
          <a:xfrm>
            <a:off x="6261140" y="4947136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1BB34DE-DD3F-A3FC-9EF6-2F1358590AAA}"/>
              </a:ext>
            </a:extLst>
          </p:cNvPr>
          <p:cNvSpPr txBox="1"/>
          <p:nvPr/>
        </p:nvSpPr>
        <p:spPr>
          <a:xfrm>
            <a:off x="9591888" y="5947940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93C6A17-B261-E7CB-C66F-C11B0FBE759A}"/>
              </a:ext>
            </a:extLst>
          </p:cNvPr>
          <p:cNvSpPr txBox="1"/>
          <p:nvPr/>
        </p:nvSpPr>
        <p:spPr>
          <a:xfrm>
            <a:off x="10138757" y="513792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E0F04F2-625A-096B-D3C1-3ACD1F32B194}"/>
              </a:ext>
            </a:extLst>
          </p:cNvPr>
          <p:cNvSpPr txBox="1"/>
          <p:nvPr/>
        </p:nvSpPr>
        <p:spPr>
          <a:xfrm>
            <a:off x="9754037" y="5450760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331F145F-3845-99B4-0CC9-F4C5B4866564}"/>
              </a:ext>
            </a:extLst>
          </p:cNvPr>
          <p:cNvSpPr/>
          <p:nvPr/>
        </p:nvSpPr>
        <p:spPr>
          <a:xfrm>
            <a:off x="9296667" y="4947136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A9394296-095F-1BBA-8E87-814A4BBC709B}"/>
              </a:ext>
            </a:extLst>
          </p:cNvPr>
          <p:cNvSpPr txBox="1"/>
          <p:nvPr/>
        </p:nvSpPr>
        <p:spPr>
          <a:xfrm>
            <a:off x="10751452" y="418283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02/04/2026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BE7915A-6079-BEC7-EE2A-A72B410E010B}"/>
              </a:ext>
            </a:extLst>
          </p:cNvPr>
          <p:cNvSpPr txBox="1"/>
          <p:nvPr/>
        </p:nvSpPr>
        <p:spPr>
          <a:xfrm>
            <a:off x="390097" y="2498721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“Instrutores capacitados e fazem a aula ser leve, aprendi muito com o curso!”</a:t>
            </a:r>
            <a:endParaRPr lang="pt-BR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B4B0A96-4109-FD96-36F6-EC47EDF39ECA}"/>
              </a:ext>
            </a:extLst>
          </p:cNvPr>
          <p:cNvSpPr txBox="1"/>
          <p:nvPr/>
        </p:nvSpPr>
        <p:spPr>
          <a:xfrm>
            <a:off x="408547" y="1626089"/>
            <a:ext cx="228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Ruan Augusto </a:t>
            </a:r>
            <a:r>
              <a:rPr lang="pt-BR" b="1" dirty="0" err="1">
                <a:solidFill>
                  <a:schemeClr val="bg1"/>
                </a:solidFill>
              </a:rPr>
              <a:t>Barizon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0116580-5304-D732-B46D-13CA57525B14}"/>
              </a:ext>
            </a:extLst>
          </p:cNvPr>
          <p:cNvSpPr txBox="1"/>
          <p:nvPr/>
        </p:nvSpPr>
        <p:spPr>
          <a:xfrm>
            <a:off x="552246" y="2001541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A470E3E6-BEFA-6D0F-0A5D-55789375E056}"/>
              </a:ext>
            </a:extLst>
          </p:cNvPr>
          <p:cNvSpPr txBox="1"/>
          <p:nvPr/>
        </p:nvSpPr>
        <p:spPr>
          <a:xfrm>
            <a:off x="1549661" y="418153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01/04/2026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70ED3CA-0D9A-6CC3-FAE2-E74A27DED3B4}"/>
              </a:ext>
            </a:extLst>
          </p:cNvPr>
          <p:cNvSpPr txBox="1"/>
          <p:nvPr/>
        </p:nvSpPr>
        <p:spPr>
          <a:xfrm>
            <a:off x="390097" y="5947940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B870D5F-2E78-E652-41C3-3A1E9C25B955}"/>
              </a:ext>
            </a:extLst>
          </p:cNvPr>
          <p:cNvSpPr txBox="1"/>
          <p:nvPr/>
        </p:nvSpPr>
        <p:spPr>
          <a:xfrm>
            <a:off x="936966" y="513792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F5202C22-00FE-C01B-7EF4-1264E7AB6289}"/>
              </a:ext>
            </a:extLst>
          </p:cNvPr>
          <p:cNvSpPr txBox="1"/>
          <p:nvPr/>
        </p:nvSpPr>
        <p:spPr>
          <a:xfrm>
            <a:off x="552246" y="5450760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300D2DA-E314-B9DE-8C7C-9A5DE79189AC}"/>
              </a:ext>
            </a:extLst>
          </p:cNvPr>
          <p:cNvSpPr txBox="1"/>
          <p:nvPr/>
        </p:nvSpPr>
        <p:spPr>
          <a:xfrm>
            <a:off x="1549661" y="763075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02/04/2026</a:t>
            </a:r>
          </a:p>
        </p:txBody>
      </p:sp>
    </p:spTree>
    <p:extLst>
      <p:ext uri="{BB962C8B-B14F-4D97-AF65-F5344CB8AC3E}">
        <p14:creationId xmlns:p14="http://schemas.microsoft.com/office/powerpoint/2010/main" val="389190858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C12D89-C11F-85DA-6EFE-CDDF69579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743263FF-BD83-69F3-2B1A-350507E5B3B9}"/>
              </a:ext>
            </a:extLst>
          </p:cNvPr>
          <p:cNvSpPr txBox="1"/>
          <p:nvPr/>
        </p:nvSpPr>
        <p:spPr>
          <a:xfrm>
            <a:off x="1181598" y="50393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inicio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FE435AB-6433-7BA2-ACEF-A9873AF38025}"/>
              </a:ext>
            </a:extLst>
          </p:cNvPr>
          <p:cNvSpPr txBox="1"/>
          <p:nvPr/>
        </p:nvSpPr>
        <p:spPr>
          <a:xfrm>
            <a:off x="4569501" y="7629446"/>
            <a:ext cx="1368842" cy="370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01/04/2026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CA31DCF-5521-3C1E-159E-FFB071198B89}"/>
              </a:ext>
            </a:extLst>
          </p:cNvPr>
          <p:cNvSpPr txBox="1"/>
          <p:nvPr/>
        </p:nvSpPr>
        <p:spPr>
          <a:xfrm>
            <a:off x="3458670" y="139046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A4A06A5-EDED-442C-73B9-11B50F63D9C1}"/>
              </a:ext>
            </a:extLst>
          </p:cNvPr>
          <p:cNvSpPr txBox="1"/>
          <p:nvPr/>
        </p:nvSpPr>
        <p:spPr>
          <a:xfrm>
            <a:off x="4005539" y="-67097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353DE64-390C-9C80-CB4B-E2F3E125E65D}"/>
              </a:ext>
            </a:extLst>
          </p:cNvPr>
          <p:cNvSpPr txBox="1"/>
          <p:nvPr/>
        </p:nvSpPr>
        <p:spPr>
          <a:xfrm>
            <a:off x="3620819" y="-358134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20FE920F-2FF1-EEDA-40B3-20B2F7423D29}"/>
              </a:ext>
            </a:extLst>
          </p:cNvPr>
          <p:cNvSpPr/>
          <p:nvPr/>
        </p:nvSpPr>
        <p:spPr>
          <a:xfrm>
            <a:off x="3163449" y="-861758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09AE0EF-A2B6-93DA-EABA-8D513CADE12B}"/>
              </a:ext>
            </a:extLst>
          </p:cNvPr>
          <p:cNvSpPr/>
          <p:nvPr/>
        </p:nvSpPr>
        <p:spPr>
          <a:xfrm>
            <a:off x="102975" y="-861758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3F3542E-3987-E86F-1DD2-334B21B564A6}"/>
              </a:ext>
            </a:extLst>
          </p:cNvPr>
          <p:cNvSpPr txBox="1"/>
          <p:nvPr/>
        </p:nvSpPr>
        <p:spPr>
          <a:xfrm>
            <a:off x="6519144" y="139046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86437C7A-2638-AC9E-7438-B4842B56BBBC}"/>
              </a:ext>
            </a:extLst>
          </p:cNvPr>
          <p:cNvSpPr txBox="1"/>
          <p:nvPr/>
        </p:nvSpPr>
        <p:spPr>
          <a:xfrm>
            <a:off x="7066013" y="-67097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E51B95F-03D5-92D9-6B88-630FD92E081F}"/>
              </a:ext>
            </a:extLst>
          </p:cNvPr>
          <p:cNvSpPr txBox="1"/>
          <p:nvPr/>
        </p:nvSpPr>
        <p:spPr>
          <a:xfrm>
            <a:off x="6681293" y="-358134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22EC8F2-C227-3DF0-16AB-E43BFB49F640}"/>
              </a:ext>
            </a:extLst>
          </p:cNvPr>
          <p:cNvSpPr/>
          <p:nvPr/>
        </p:nvSpPr>
        <p:spPr>
          <a:xfrm>
            <a:off x="6223923" y="-861758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2CC2B94-3C7C-6836-D9BF-156E722DCB96}"/>
              </a:ext>
            </a:extLst>
          </p:cNvPr>
          <p:cNvSpPr txBox="1"/>
          <p:nvPr/>
        </p:nvSpPr>
        <p:spPr>
          <a:xfrm>
            <a:off x="9554671" y="139046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4BCDAA1-07A1-5591-537C-D484389CAD70}"/>
              </a:ext>
            </a:extLst>
          </p:cNvPr>
          <p:cNvSpPr txBox="1"/>
          <p:nvPr/>
        </p:nvSpPr>
        <p:spPr>
          <a:xfrm>
            <a:off x="10101540" y="-67097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00B13AF-C6C8-23FA-C6C1-47C6DEA188FE}"/>
              </a:ext>
            </a:extLst>
          </p:cNvPr>
          <p:cNvSpPr txBox="1"/>
          <p:nvPr/>
        </p:nvSpPr>
        <p:spPr>
          <a:xfrm>
            <a:off x="9716820" y="-358134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9E1B7040-7A58-FB7D-8A0A-5BF2EA163CEE}"/>
              </a:ext>
            </a:extLst>
          </p:cNvPr>
          <p:cNvSpPr/>
          <p:nvPr/>
        </p:nvSpPr>
        <p:spPr>
          <a:xfrm>
            <a:off x="9259450" y="-861758"/>
            <a:ext cx="2737677" cy="325712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4E6A89C-0715-5DDE-95B7-C5865ED115BD}"/>
              </a:ext>
            </a:extLst>
          </p:cNvPr>
          <p:cNvSpPr txBox="1"/>
          <p:nvPr/>
        </p:nvSpPr>
        <p:spPr>
          <a:xfrm>
            <a:off x="352880" y="139046"/>
            <a:ext cx="2147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</a:rPr>
              <a:t>Lorem ipsum dolor sit amet, consectetuer adipiscing elit. </a:t>
            </a:r>
            <a:r>
              <a:rPr lang="pt-BR" dirty="0" err="1">
                <a:solidFill>
                  <a:schemeClr val="bg1"/>
                </a:solidFill>
              </a:rPr>
              <a:t>Maecenas</a:t>
            </a:r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dirty="0" err="1">
                <a:solidFill>
                  <a:schemeClr val="bg1"/>
                </a:solidFill>
              </a:rPr>
              <a:t>porttitor</a:t>
            </a:r>
            <a:endParaRPr lang="pt-BR" dirty="0"/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E9EB105-DFB3-DF48-DEC1-548BAF369883}"/>
              </a:ext>
            </a:extLst>
          </p:cNvPr>
          <p:cNvSpPr txBox="1"/>
          <p:nvPr/>
        </p:nvSpPr>
        <p:spPr>
          <a:xfrm>
            <a:off x="899749" y="-67097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</a:rPr>
              <a:t>José </a:t>
            </a:r>
            <a:r>
              <a:rPr lang="pt-BR" b="1" dirty="0" err="1">
                <a:solidFill>
                  <a:schemeClr val="bg1"/>
                </a:solidFill>
              </a:rPr>
              <a:t>Luis</a:t>
            </a:r>
            <a:r>
              <a:rPr lang="pt-BR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D9F8B92-7F25-6067-342F-7CAB8604DED0}"/>
              </a:ext>
            </a:extLst>
          </p:cNvPr>
          <p:cNvSpPr txBox="1"/>
          <p:nvPr/>
        </p:nvSpPr>
        <p:spPr>
          <a:xfrm>
            <a:off x="515029" y="-358134"/>
            <a:ext cx="182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⭐⭐⭐⭐⭐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FFF301FF-ACD7-E035-1C7A-5028F400EFFA}"/>
              </a:ext>
            </a:extLst>
          </p:cNvPr>
          <p:cNvSpPr txBox="1"/>
          <p:nvPr/>
        </p:nvSpPr>
        <p:spPr>
          <a:xfrm>
            <a:off x="1549661" y="763075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02/04/2026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D0680ABE-0F05-1B3D-6B20-DE9F74F308B7}"/>
              </a:ext>
            </a:extLst>
          </p:cNvPr>
          <p:cNvSpPr/>
          <p:nvPr/>
        </p:nvSpPr>
        <p:spPr>
          <a:xfrm>
            <a:off x="5076546" y="2586155"/>
            <a:ext cx="2038908" cy="3693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LER MAIS..</a:t>
            </a: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756AD977-7F95-A3CE-5846-73195C3566D9}"/>
              </a:ext>
            </a:extLst>
          </p:cNvPr>
          <p:cNvCxnSpPr/>
          <p:nvPr/>
        </p:nvCxnSpPr>
        <p:spPr>
          <a:xfrm>
            <a:off x="0" y="4661941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5DE3D14B-2976-9B32-94AF-6C364A22C460}"/>
              </a:ext>
            </a:extLst>
          </p:cNvPr>
          <p:cNvSpPr txBox="1"/>
          <p:nvPr/>
        </p:nvSpPr>
        <p:spPr>
          <a:xfrm>
            <a:off x="1866107" y="4970859"/>
            <a:ext cx="2139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AIPA – Guarda Mirim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AC92FD7-1FEF-222D-04DA-846BA1DF4457}"/>
              </a:ext>
            </a:extLst>
          </p:cNvPr>
          <p:cNvSpPr txBox="1"/>
          <p:nvPr/>
        </p:nvSpPr>
        <p:spPr>
          <a:xfrm>
            <a:off x="7898181" y="4970859"/>
            <a:ext cx="250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Murillo de Lima Cavalaro</a:t>
            </a:r>
          </a:p>
        </p:txBody>
      </p: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DA82C208-C0CC-F9D5-03A7-DE7F65470681}"/>
              </a:ext>
            </a:extLst>
          </p:cNvPr>
          <p:cNvCxnSpPr>
            <a:cxnSpLocks/>
          </p:cNvCxnSpPr>
          <p:nvPr/>
        </p:nvCxnSpPr>
        <p:spPr>
          <a:xfrm>
            <a:off x="6096000" y="5591331"/>
            <a:ext cx="0" cy="173050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758444D7-2216-9B66-756E-19BEE9E9D7FD}"/>
              </a:ext>
            </a:extLst>
          </p:cNvPr>
          <p:cNvSpPr txBox="1"/>
          <p:nvPr/>
        </p:nvSpPr>
        <p:spPr>
          <a:xfrm>
            <a:off x="6913872" y="5340191"/>
            <a:ext cx="4477893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7030A0"/>
                </a:solidFill>
              </a:rPr>
              <a:t>Entre em contato para orçamento do seu site: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5877A3E-BE4E-EB52-B399-DE199DD65940}"/>
              </a:ext>
            </a:extLst>
          </p:cNvPr>
          <p:cNvSpPr txBox="1"/>
          <p:nvPr/>
        </p:nvSpPr>
        <p:spPr>
          <a:xfrm>
            <a:off x="394646" y="5340191"/>
            <a:ext cx="5082353" cy="36933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Inscreva-se no programa da Guarda Mirim de Itapira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4BCBAFF7-C975-669A-A61A-2557E94C294A}"/>
              </a:ext>
            </a:extLst>
          </p:cNvPr>
          <p:cNvSpPr txBox="1"/>
          <p:nvPr/>
        </p:nvSpPr>
        <p:spPr>
          <a:xfrm>
            <a:off x="7751024" y="5833774"/>
            <a:ext cx="280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cavalaromurillo@gmail.com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EF6B7242-328A-0BC2-0162-02A326CB209F}"/>
              </a:ext>
            </a:extLst>
          </p:cNvPr>
          <p:cNvSpPr txBox="1"/>
          <p:nvPr/>
        </p:nvSpPr>
        <p:spPr>
          <a:xfrm>
            <a:off x="8319897" y="6238680"/>
            <a:ext cx="1665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(19) 998830539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BF80665A-A6C9-570B-1E10-933A9F4A3998}"/>
              </a:ext>
            </a:extLst>
          </p:cNvPr>
          <p:cNvSpPr txBox="1"/>
          <p:nvPr/>
        </p:nvSpPr>
        <p:spPr>
          <a:xfrm>
            <a:off x="1221377" y="5773966"/>
            <a:ext cx="342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contato@aipaguardamirim.com.br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E75A084D-D161-0822-8BD2-D5A0030C3FFB}"/>
              </a:ext>
            </a:extLst>
          </p:cNvPr>
          <p:cNvSpPr txBox="1"/>
          <p:nvPr/>
        </p:nvSpPr>
        <p:spPr>
          <a:xfrm>
            <a:off x="2126144" y="6172899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(19) 3863-0341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7C7FB309-6848-525D-FADE-935F809A0FE5}"/>
              </a:ext>
            </a:extLst>
          </p:cNvPr>
          <p:cNvSpPr txBox="1"/>
          <p:nvPr/>
        </p:nvSpPr>
        <p:spPr>
          <a:xfrm>
            <a:off x="1989566" y="6452215"/>
            <a:ext cx="1892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(19) 9 9381-5904</a:t>
            </a:r>
            <a:endParaRPr lang="pt-BR" dirty="0"/>
          </a:p>
        </p:txBody>
      </p:sp>
      <p:pic>
        <p:nvPicPr>
          <p:cNvPr id="80" name="Imagem 79">
            <a:extLst>
              <a:ext uri="{FF2B5EF4-FFF2-40B4-BE49-F238E27FC236}">
                <a16:creationId xmlns:a16="http://schemas.microsoft.com/office/drawing/2014/main" id="{71ED72CE-92CD-8212-FAB1-5DFC02BCE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551" y="4583878"/>
            <a:ext cx="1080897" cy="108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9547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297</TotalTime>
  <Words>601</Words>
  <Application>Microsoft Office PowerPoint</Application>
  <PresentationFormat>Widescreen</PresentationFormat>
  <Paragraphs>108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ADLaM Display</vt:lpstr>
      <vt:lpstr>Arial</vt:lpstr>
      <vt:lpstr>Calibri</vt:lpstr>
      <vt:lpstr>Calibri Light</vt:lpstr>
      <vt:lpstr>Tema do Office</vt:lpstr>
      <vt:lpstr>Apresentação do PowerPoint</vt:lpstr>
      <vt:lpstr>O QUE FAZEMOS NA AIPA</vt:lpstr>
      <vt:lpstr>Apresentação do PowerPoint</vt:lpstr>
      <vt:lpstr>APRENDA AS TECNOLOGIAS DO MERCADO</vt:lpstr>
      <vt:lpstr>NOSSOS INSTRUTORES</vt:lpstr>
      <vt:lpstr>NOSSAS AVALIAÇÕES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AIPA PC01</dc:creator>
  <cp:lastModifiedBy>AIPA PC01</cp:lastModifiedBy>
  <cp:revision>4</cp:revision>
  <dcterms:created xsi:type="dcterms:W3CDTF">2026-03-31T18:07:55Z</dcterms:created>
  <dcterms:modified xsi:type="dcterms:W3CDTF">2026-04-01T19:31:59Z</dcterms:modified>
</cp:coreProperties>
</file>